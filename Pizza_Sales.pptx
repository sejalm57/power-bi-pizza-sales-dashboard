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2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9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6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6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9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6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5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1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3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2311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9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59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6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19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4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0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Pizza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dirty="0"/>
              <a:t>A Power BI Project by Sejal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objective of this project is to analyze pizza sales data to derive meaningful business insights.</a:t>
            </a:r>
          </a:p>
          <a:p>
            <a:pPr lvl="1"/>
            <a:r>
              <a:rPr dirty="0"/>
              <a:t>This dashboard focuses on revenue, orders, customer behavior, and product performance.</a:t>
            </a:r>
          </a:p>
          <a:p>
            <a:pPr marL="457200" lvl="1" indent="0">
              <a:buNone/>
            </a:pPr>
            <a:r>
              <a:rPr dirty="0"/>
              <a:t>It helps businesses:</a:t>
            </a:r>
          </a:p>
          <a:p>
            <a:pPr lvl="1"/>
            <a:r>
              <a:rPr dirty="0"/>
              <a:t>Identify best and worst selling pizzas 📈</a:t>
            </a:r>
          </a:p>
          <a:p>
            <a:pPr lvl="1"/>
            <a:r>
              <a:rPr dirty="0"/>
              <a:t>Understand sales trends by day, month, category, and size</a:t>
            </a:r>
          </a:p>
          <a:p>
            <a:pPr lvl="1"/>
            <a:r>
              <a:rPr dirty="0"/>
              <a:t>Support data-driven decision-making 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 – dashboard creation and report design</a:t>
            </a:r>
          </a:p>
          <a:p>
            <a:pPr lvl="1"/>
            <a:r>
              <a:t>Power Query Editor – data cleaning and transformation</a:t>
            </a:r>
          </a:p>
          <a:p>
            <a:pPr lvl="1"/>
            <a:r>
              <a:t>DAX – calculated measures and KPIs</a:t>
            </a:r>
          </a:p>
          <a:p>
            <a:pPr lvl="1"/>
            <a:r>
              <a:t>Data Modeling – table relationships and performance optimization</a:t>
            </a:r>
          </a:p>
          <a:p>
            <a:pPr lvl="1"/>
            <a:r>
              <a:t>Interactive visuals, slicers, and navigation buttons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err="1"/>
              <a:t>Pizza_id</a:t>
            </a:r>
            <a:endParaRPr lang="en-IN" dirty="0"/>
          </a:p>
          <a:p>
            <a:r>
              <a:rPr lang="en-IN" b="1" dirty="0" err="1"/>
              <a:t>Order_id</a:t>
            </a:r>
            <a:endParaRPr lang="en-IN" dirty="0"/>
          </a:p>
          <a:p>
            <a:r>
              <a:rPr lang="en-IN" b="1" dirty="0"/>
              <a:t>pizza </a:t>
            </a:r>
            <a:r>
              <a:rPr lang="en-IN" b="1" dirty="0" err="1"/>
              <a:t>name_id</a:t>
            </a:r>
            <a:endParaRPr lang="en-IN" dirty="0"/>
          </a:p>
          <a:p>
            <a:r>
              <a:rPr lang="en-IN" b="1" dirty="0" err="1"/>
              <a:t>Pizza_name</a:t>
            </a:r>
            <a:endParaRPr lang="en-IN" dirty="0"/>
          </a:p>
          <a:p>
            <a:r>
              <a:rPr lang="en-IN" b="1" dirty="0" err="1"/>
              <a:t>Pizza_category</a:t>
            </a:r>
            <a:endParaRPr lang="en-IN" dirty="0"/>
          </a:p>
          <a:p>
            <a:r>
              <a:rPr lang="en-IN" b="1" dirty="0" err="1"/>
              <a:t>Pizza_size</a:t>
            </a:r>
            <a:endParaRPr lang="en-IN" dirty="0"/>
          </a:p>
          <a:p>
            <a:r>
              <a:rPr lang="en-IN" b="1" dirty="0" err="1"/>
              <a:t>Pizza_ingredients</a:t>
            </a:r>
            <a:endParaRPr lang="en-IN" dirty="0"/>
          </a:p>
          <a:p>
            <a:r>
              <a:rPr lang="en-IN" b="1" dirty="0"/>
              <a:t>quantity</a:t>
            </a:r>
            <a:endParaRPr lang="en-IN" dirty="0"/>
          </a:p>
          <a:p>
            <a:r>
              <a:rPr lang="en-IN" b="1" dirty="0"/>
              <a:t>Unit_price</a:t>
            </a:r>
            <a:endParaRPr lang="en-IN" dirty="0"/>
          </a:p>
          <a:p>
            <a:r>
              <a:rPr lang="en-IN" b="1" dirty="0" err="1"/>
              <a:t>Total_price</a:t>
            </a:r>
            <a:endParaRPr lang="en-IN" dirty="0"/>
          </a:p>
          <a:p>
            <a:r>
              <a:rPr lang="en-IN" b="1" dirty="0" err="1"/>
              <a:t>Order_date</a:t>
            </a:r>
            <a:endParaRPr lang="en-IN" dirty="0"/>
          </a:p>
          <a:p>
            <a:r>
              <a:rPr lang="en-IN" b="1" dirty="0" err="1"/>
              <a:t>Order_time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Before creating this dashboard, it was difficult to analyze pizza sales performance effectively.</a:t>
            </a:r>
          </a:p>
          <a:p>
            <a:pPr marL="457200" lvl="1" indent="0">
              <a:buNone/>
            </a:pPr>
            <a:r>
              <a:rPr dirty="0"/>
              <a:t>The business lacked clarity on:</a:t>
            </a:r>
          </a:p>
          <a:p>
            <a:pPr lvl="1"/>
            <a:r>
              <a:rPr dirty="0"/>
              <a:t>Which pizza categories and sizes generate maximum revenue</a:t>
            </a:r>
          </a:p>
          <a:p>
            <a:pPr lvl="1"/>
            <a:r>
              <a:rPr dirty="0"/>
              <a:t>Peak order days and seasonal demand patterns</a:t>
            </a:r>
          </a:p>
          <a:p>
            <a:pPr lvl="1"/>
            <a:r>
              <a:rPr dirty="0"/>
              <a:t>Best and worst performing pizzas</a:t>
            </a:r>
          </a:p>
          <a:p>
            <a:pPr lvl="1"/>
            <a:r>
              <a:rPr dirty="0"/>
              <a:t>Overall business performance through </a:t>
            </a:r>
            <a:r>
              <a:rPr dirty="0" err="1"/>
              <a:t>KPIs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total revenue, total orders, and pizzas sold</a:t>
            </a:r>
            <a:r>
              <a:rPr lang="en-US" dirty="0"/>
              <a:t>?</a:t>
            </a:r>
            <a:r>
              <a:rPr dirty="0"/>
              <a:t> 💰</a:t>
            </a:r>
          </a:p>
          <a:p>
            <a:pPr lvl="1"/>
            <a:r>
              <a:rPr dirty="0"/>
              <a:t>Which pizza category and size contribute the most to sales? 📊</a:t>
            </a:r>
          </a:p>
          <a:p>
            <a:pPr lvl="1"/>
            <a:r>
              <a:rPr dirty="0"/>
              <a:t>Which days and months have the highest number of orders? 📆</a:t>
            </a:r>
          </a:p>
          <a:p>
            <a:pPr lvl="1"/>
            <a:r>
              <a:rPr dirty="0"/>
              <a:t>Who are the top 5 and bottom 5 pizzas by revenue, quantity, and orders?</a:t>
            </a:r>
          </a:p>
          <a:p>
            <a:pPr lvl="1"/>
            <a:r>
              <a:rPr dirty="0"/>
              <a:t>How does customer demand vary over time?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</a:t>
            </a:r>
            <a:r>
              <a:rPr lang="en-US" dirty="0"/>
              <a:t> (Home Page)</a:t>
            </a:r>
            <a:br>
              <a:rPr lang="en-US" dirty="0"/>
            </a:b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E3FD97-4EB4-BD37-87CA-7B6A24C7B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144" y="1499515"/>
            <a:ext cx="7850810" cy="454055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DC9C-AE9F-A7C9-C62C-9FDDB1ED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and Worst Sale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BB536C-01CF-1FC5-40B2-EDF49B01F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62" y="2155971"/>
            <a:ext cx="7057938" cy="4077919"/>
          </a:xfrm>
        </p:spPr>
      </p:pic>
    </p:spTree>
    <p:extLst>
      <p:ext uri="{BB962C8B-B14F-4D97-AF65-F5344CB8AC3E}">
        <p14:creationId xmlns:p14="http://schemas.microsoft.com/office/powerpoint/2010/main" val="328637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converts raw pizza sales data into actionable insights.</a:t>
            </a:r>
          </a:p>
          <a:p>
            <a:pPr lvl="1"/>
            <a:r>
              <a:t>It helps identify high-performing and low-performing products.</a:t>
            </a:r>
          </a:p>
          <a:p>
            <a:pPr lvl="1"/>
            <a:r>
              <a:t>Improves business decision-making through data storytelling.</a:t>
            </a:r>
          </a:p>
          <a:p>
            <a:pPr lvl="1"/>
            <a:r>
              <a:t>Strengthened skills in Power BI, DAX, Power Query, and data modeling.</a:t>
            </a:r>
          </a:p>
          <a:p>
            <a:pPr lvl="1"/>
            <a:r>
              <a:t>Enhanced ability to present business insights visually 📊✨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Open to Data Analyst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</TotalTime>
  <Words>332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Pizza Sales Dashboard</vt:lpstr>
      <vt:lpstr>Project Objective</vt:lpstr>
      <vt:lpstr>Tools &amp; Techniques</vt:lpstr>
      <vt:lpstr>Raw Data</vt:lpstr>
      <vt:lpstr>Problem Statement</vt:lpstr>
      <vt:lpstr>Project Requirements</vt:lpstr>
      <vt:lpstr>Dashboard (Home Page) </vt:lpstr>
      <vt:lpstr>Best and Worst Sale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sejalm057@gmail.com</cp:lastModifiedBy>
  <cp:revision>3</cp:revision>
  <dcterms:created xsi:type="dcterms:W3CDTF">2013-01-27T09:14:16Z</dcterms:created>
  <dcterms:modified xsi:type="dcterms:W3CDTF">2026-01-05T06:24:47Z</dcterms:modified>
  <cp:category/>
</cp:coreProperties>
</file>